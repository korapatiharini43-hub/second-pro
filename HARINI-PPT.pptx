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Multi-User Expense Management System</a:t>
            </a:r>
          </a:p>
          <a:p>
            <a:r>
              <a:t>Using Python, Flask &amp;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application to manage personal expenses.</a:t>
            </a:r>
          </a:p>
          <a:p>
            <a:pPr lvl="1"/>
            <a:r>
              <a:t>Supports multiple users with secure login system.</a:t>
            </a:r>
          </a:p>
          <a:p>
            <a:pPr lvl="1"/>
            <a:r>
              <a:t>Admin can monitor all users and analyze data.</a:t>
            </a:r>
          </a:p>
          <a:p>
            <a:pPr lvl="1"/>
            <a:r>
              <a:t>Provides charts, search, pagination and Excel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tracking using notebooks or Excel sheets.</a:t>
            </a:r>
          </a:p>
          <a:p>
            <a:pPr lvl="1"/>
            <a:r>
              <a:t>No centralized database management.</a:t>
            </a:r>
          </a:p>
          <a:p>
            <a:pPr lvl="1"/>
            <a:r>
              <a:t>No secure authentication.</a:t>
            </a:r>
          </a:p>
          <a:p>
            <a:pPr lvl="1"/>
            <a:r>
              <a:t>No real-time analytics or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centralized expense management system.</a:t>
            </a:r>
          </a:p>
          <a:p>
            <a:pPr lvl="1"/>
            <a:r>
              <a:t>Secure login &amp; role-based access (Admin/User).</a:t>
            </a:r>
          </a:p>
          <a:p>
            <a:pPr lvl="1"/>
            <a:r>
              <a:t>Real-time analytics using charts.</a:t>
            </a:r>
          </a:p>
          <a:p>
            <a:pPr lvl="1"/>
            <a:r>
              <a:t>Search, filter, pagination and Excel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Login Module</a:t>
            </a:r>
          </a:p>
          <a:p>
            <a:pPr lvl="1"/>
            <a:r>
              <a:t>Expense Management Module (Add/Edit/Delete)</a:t>
            </a:r>
          </a:p>
          <a:p>
            <a:pPr lvl="1"/>
            <a:r>
              <a:t>Dashboard &amp; Analytics Module</a:t>
            </a:r>
          </a:p>
          <a:p>
            <a:pPr lvl="1"/>
            <a:r>
              <a:t>Admin User Management Module</a:t>
            </a:r>
          </a:p>
          <a:p>
            <a:pPr lvl="1"/>
            <a:r>
              <a:t>Excel Export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Browser</a:t>
            </a:r>
          </a:p>
          <a:p>
            <a:pPr lvl="1"/>
            <a:r>
              <a:t>Flask Web Application (Backend)</a:t>
            </a:r>
          </a:p>
          <a:p>
            <a:pPr lvl="1"/>
            <a:r>
              <a:t>MySQL Database (Port 3307)</a:t>
            </a:r>
          </a:p>
          <a:p>
            <a:pPr lvl="1"/>
            <a:r>
              <a:t>Admin &amp; User Role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 lvl="1"/>
            <a:r>
              <a:t>Flask Framework</a:t>
            </a:r>
          </a:p>
          <a:p>
            <a:pPr lvl="1"/>
            <a:r>
              <a:t>MySQL 5</a:t>
            </a:r>
          </a:p>
          <a:p>
            <a:pPr lvl="1"/>
            <a:r>
              <a:t>HTML, CSS, Bootstrap</a:t>
            </a:r>
          </a:p>
          <a:p>
            <a:pPr lvl="1"/>
            <a:r>
              <a:t>Chart.js</a:t>
            </a:r>
          </a:p>
          <a:p>
            <a:pPr lvl="1"/>
            <a:r>
              <a:t>VS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4GB RAM</a:t>
            </a:r>
          </a:p>
          <a:p>
            <a:pPr lvl="1"/>
            <a:r>
              <a:t>Intel i3 or higher processor</a:t>
            </a:r>
          </a:p>
          <a:p>
            <a:pPr lvl="1"/>
            <a:r>
              <a:t>20GB free storage</a:t>
            </a:r>
          </a:p>
          <a:p>
            <a:pPr lvl="1"/>
            <a:r>
              <a:t>Windows / Linux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multi-user expense management system.</a:t>
            </a:r>
          </a:p>
          <a:p>
            <a:pPr lvl="1"/>
            <a:r>
              <a:t>Secure role-based access control.</a:t>
            </a:r>
          </a:p>
          <a:p>
            <a:pPr lvl="1"/>
            <a:r>
              <a:t>Provides data analytics and visualization.</a:t>
            </a:r>
          </a:p>
          <a:p>
            <a:pPr lvl="1"/>
            <a:r>
              <a:t>Can be extended into a SaaS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Official Documentation</a:t>
            </a:r>
          </a:p>
          <a:p>
            <a:pPr lvl="1"/>
            <a:r>
              <a:t>Flask Documentation</a:t>
            </a:r>
          </a:p>
          <a:p>
            <a:pPr lvl="1"/>
            <a:r>
              <a:t>MySQL Documentation</a:t>
            </a:r>
          </a:p>
          <a:p>
            <a:pPr lvl="1"/>
            <a:r>
              <a:t>Bootstrap Documentation</a:t>
            </a:r>
          </a:p>
          <a:p>
            <a:pPr lvl="1"/>
            <a:r>
              <a:t>Chart.js Official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