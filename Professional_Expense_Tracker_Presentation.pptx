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Multi-User SaaS Expense Management System</a:t>
            </a:r>
          </a:p>
          <a:p>
            <a:r>
              <a:t>Using Python, Flask &amp;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system to manage personal expenses.</a:t>
            </a:r>
          </a:p>
          <a:p>
            <a:pPr lvl="1"/>
            <a:r>
              <a:t>Supports multi-user with role-based login.</a:t>
            </a:r>
          </a:p>
          <a:p>
            <a:pPr lvl="1"/>
            <a:r>
              <a:t>Admin analytics and user-level data separation.</a:t>
            </a:r>
          </a:p>
          <a:p>
            <a:pPr lvl="1"/>
            <a:r>
              <a:t>Provides charts, search, pagination and Excel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tracking using notebooks or Excel.</a:t>
            </a:r>
          </a:p>
          <a:p>
            <a:pPr lvl="1"/>
            <a:r>
              <a:t>No centralized system.</a:t>
            </a:r>
          </a:p>
          <a:p>
            <a:pPr lvl="1"/>
            <a:r>
              <a:t>No secure authentication.</a:t>
            </a:r>
          </a:p>
          <a:p>
            <a:pPr lvl="1"/>
            <a:r>
              <a:t>No analytics 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web-based expense tracker.</a:t>
            </a:r>
          </a:p>
          <a:p>
            <a:pPr lvl="1"/>
            <a:r>
              <a:t>Secure authentication (Admin/User roles).</a:t>
            </a:r>
          </a:p>
          <a:p>
            <a:pPr lvl="1"/>
            <a:r>
              <a:t>Real-time analytics using charts.</a:t>
            </a:r>
          </a:p>
          <a:p>
            <a:pPr lvl="1"/>
            <a:r>
              <a:t>User management and Excel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Login Module</a:t>
            </a:r>
          </a:p>
          <a:p>
            <a:pPr lvl="1"/>
            <a:r>
              <a:t>Expense Management Module</a:t>
            </a:r>
          </a:p>
          <a:p>
            <a:pPr lvl="1"/>
            <a:r>
              <a:t>Dashboard &amp; Analytics Module</a:t>
            </a:r>
          </a:p>
          <a:p>
            <a:pPr lvl="1"/>
            <a:r>
              <a:t>Admin Management Module</a:t>
            </a:r>
          </a:p>
          <a:p>
            <a:pPr lvl="1"/>
            <a:r>
              <a:t>Excel Export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Flask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 Database</a:t>
            </a:r>
          </a:p>
          <a:p>
            <a:r>
              <a:t>(Port 3307)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657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Manage Expenses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  <a:p>
            <a:r>
              <a:t>id (PK)</a:t>
            </a:r>
          </a:p>
          <a:p>
            <a:r>
              <a:t>name</a:t>
            </a:r>
          </a:p>
          <a:p>
            <a:r>
              <a:t>email</a:t>
            </a:r>
          </a:p>
          <a:p>
            <a:r>
              <a:t>password</a:t>
            </a:r>
          </a:p>
          <a:p>
            <a:r>
              <a:t>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Expenses</a:t>
            </a:r>
          </a:p>
          <a:p>
            <a:r>
              <a:t>id (PK)</a:t>
            </a:r>
          </a:p>
          <a:p>
            <a:r>
              <a:t>date</a:t>
            </a:r>
          </a:p>
          <a:p>
            <a:r>
              <a:t>category</a:t>
            </a:r>
          </a:p>
          <a:p>
            <a:r>
              <a:t>amount</a:t>
            </a:r>
          </a:p>
          <a:p>
            <a:r>
              <a:t>description</a:t>
            </a:r>
          </a:p>
          <a:p>
            <a:r>
              <a:t>user_id (FK)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Page</a:t>
            </a:r>
          </a:p>
          <a:p>
            <a:pPr lvl="1"/>
            <a:r>
              <a:t>Dashboard with Charts</a:t>
            </a:r>
          </a:p>
          <a:p>
            <a:pPr lvl="1"/>
            <a:r>
              <a:t>Admin User Management Page</a:t>
            </a:r>
          </a:p>
          <a:p>
            <a:pPr lvl="1"/>
            <a:r>
              <a:t>Expense Edit &amp; Excel Export Feature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 lvl="1"/>
            <a:r>
              <a:t>Flask Framework</a:t>
            </a:r>
          </a:p>
          <a:p>
            <a:pPr lvl="1"/>
            <a:r>
              <a:t>MySQL 5</a:t>
            </a:r>
          </a:p>
          <a:p>
            <a:pPr lvl="1"/>
            <a:r>
              <a:t>HTML, CSS, Bootstrap</a:t>
            </a:r>
          </a:p>
          <a:p>
            <a:pPr lvl="1"/>
            <a:r>
              <a:t>Chart.js</a:t>
            </a:r>
          </a:p>
          <a:p>
            <a:pPr lvl="1"/>
            <a:r>
              <a:t>VS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4GB RAM</a:t>
            </a:r>
          </a:p>
          <a:p>
            <a:pPr lvl="1"/>
            <a:r>
              <a:t>Intel i3 or higher</a:t>
            </a:r>
          </a:p>
          <a:p>
            <a:pPr lvl="1"/>
            <a:r>
              <a:t>20GB storage</a:t>
            </a:r>
          </a:p>
          <a:p>
            <a:pPr lvl="1"/>
            <a:r>
              <a:t>Windows/Linux 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multi-user expense management system.</a:t>
            </a:r>
          </a:p>
          <a:p>
            <a:pPr lvl="1"/>
            <a:r>
              <a:t>Secure role-based access control.</a:t>
            </a:r>
          </a:p>
          <a:p>
            <a:pPr lvl="1"/>
            <a:r>
              <a:t>Admin analytics and reporting features.</a:t>
            </a:r>
          </a:p>
          <a:p>
            <a:pPr lvl="1"/>
            <a:r>
              <a:t>Can be extended into full SaaS 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Official Documentation</a:t>
            </a:r>
          </a:p>
          <a:p>
            <a:pPr lvl="1"/>
            <a:r>
              <a:t>Flask Documentation</a:t>
            </a:r>
          </a:p>
          <a:p>
            <a:pPr lvl="1"/>
            <a:r>
              <a:t>MySQL Documentation</a:t>
            </a:r>
          </a:p>
          <a:p>
            <a:pPr lvl="1"/>
            <a:r>
              <a:t>Bootstrap Documentation</a:t>
            </a:r>
          </a:p>
          <a:p>
            <a:pPr lvl="1"/>
            <a:r>
              <a:t>Chart.js Official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